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59" r:id="rId7"/>
    <p:sldId id="260" r:id="rId8"/>
    <p:sldId id="261" r:id="rId9"/>
    <p:sldId id="262" r:id="rId10"/>
    <p:sldId id="269" r:id="rId11"/>
    <p:sldId id="263" r:id="rId12"/>
    <p:sldId id="270" r:id="rId13"/>
    <p:sldId id="271" r:id="rId14"/>
    <p:sldId id="264" r:id="rId15"/>
    <p:sldId id="268" r:id="rId16"/>
  </p:sldIdLst>
  <p:sldSz cx="18288000" cy="10287000"/>
  <p:notesSz cx="6858000" cy="9144000"/>
  <p:embeddedFontLst>
    <p:embeddedFont>
      <p:font typeface="Poppins Semi-Bold" panose="020B0604020202020204" charset="0"/>
      <p:regular r:id="rId17"/>
    </p:embeddedFont>
    <p:embeddedFont>
      <p:font typeface="Times New Roman Bold" panose="02020803070505020304" pitchFamily="18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133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mdbapi.com/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ai.google.dev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hyperlink" Target="https://pypi.org/project/SpeechRecognition/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pypi.org/project/pywhatkit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.png"/><Relationship Id="rId7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3.png"/><Relationship Id="rId7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3.png"/><Relationship Id="rId7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214198" y="189277"/>
            <a:ext cx="5292017" cy="1678847"/>
          </a:xfrm>
          <a:custGeom>
            <a:avLst/>
            <a:gdLst/>
            <a:ahLst/>
            <a:cxnLst/>
            <a:rect l="l" t="t" r="r" b="b"/>
            <a:pathLst>
              <a:path w="5292017" h="1678847">
                <a:moveTo>
                  <a:pt x="0" y="0"/>
                </a:moveTo>
                <a:lnTo>
                  <a:pt x="5292017" y="0"/>
                </a:lnTo>
                <a:lnTo>
                  <a:pt x="5292017" y="1678846"/>
                </a:lnTo>
                <a:lnTo>
                  <a:pt x="0" y="1678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74368" y="302299"/>
            <a:ext cx="3042518" cy="1452802"/>
          </a:xfrm>
          <a:custGeom>
            <a:avLst/>
            <a:gdLst/>
            <a:ahLst/>
            <a:cxnLst/>
            <a:rect l="l" t="t" r="r" b="b"/>
            <a:pathLst>
              <a:path w="3042518" h="1452802">
                <a:moveTo>
                  <a:pt x="0" y="0"/>
                </a:moveTo>
                <a:lnTo>
                  <a:pt x="3042518" y="0"/>
                </a:lnTo>
                <a:lnTo>
                  <a:pt x="3042518" y="1452802"/>
                </a:lnTo>
                <a:lnTo>
                  <a:pt x="0" y="1452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119591" y="302299"/>
            <a:ext cx="1868213" cy="1868213"/>
          </a:xfrm>
          <a:custGeom>
            <a:avLst/>
            <a:gdLst/>
            <a:ahLst/>
            <a:cxnLst/>
            <a:rect l="l" t="t" r="r" b="b"/>
            <a:pathLst>
              <a:path w="1868213" h="1868213">
                <a:moveTo>
                  <a:pt x="0" y="0"/>
                </a:moveTo>
                <a:lnTo>
                  <a:pt x="1868213" y="0"/>
                </a:lnTo>
                <a:lnTo>
                  <a:pt x="1868213" y="1868213"/>
                </a:lnTo>
                <a:lnTo>
                  <a:pt x="0" y="1868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667000" y="2472811"/>
            <a:ext cx="11985367" cy="75645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ts val="5426"/>
              </a:lnSpc>
              <a:buFont typeface="Wingdings" panose="05000000000000000000" pitchFamily="2" charset="2"/>
              <a:buChar char="Ø"/>
            </a:pP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ts val="5426"/>
              </a:lnSpc>
              <a:buFont typeface="Wingdings" panose="05000000000000000000" pitchFamily="2" charset="2"/>
              <a:buChar char="Ø"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Problem Statement Title -</a:t>
            </a:r>
            <a:r>
              <a:rPr lang="en-GB" sz="4000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Build an AI-powered assistant that helps students manage study schedules, reminds them of deadlines, and answers questions using a custom-trained academic knowledge base.</a:t>
            </a: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Poppins Semi-Bold"/>
              <a:cs typeface="Times New Roman" panose="02020603050405020304" pitchFamily="18" charset="0"/>
              <a:sym typeface="Poppins Semi-Bold"/>
            </a:endParaRPr>
          </a:p>
          <a:p>
            <a:pPr marL="571500" indent="-571500" algn="just">
              <a:lnSpc>
                <a:spcPts val="5426"/>
              </a:lnSpc>
              <a:buFont typeface="Wingdings" panose="05000000000000000000" pitchFamily="2" charset="2"/>
              <a:buChar char="Ø"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Theme - 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Automation</a:t>
            </a:r>
            <a:endParaRPr lang="en-US" sz="4000" b="1" dirty="0">
              <a:solidFill>
                <a:srgbClr val="000000"/>
              </a:solidFill>
              <a:latin typeface="Times New Roman" panose="02020603050405020304" pitchFamily="18" charset="0"/>
              <a:ea typeface="Poppins Semi-Bold"/>
              <a:cs typeface="Times New Roman" panose="02020603050405020304" pitchFamily="18" charset="0"/>
              <a:sym typeface="Poppins Semi-Bold"/>
            </a:endParaRPr>
          </a:p>
          <a:p>
            <a:pPr marL="571500" indent="-571500" algn="just">
              <a:lnSpc>
                <a:spcPts val="5426"/>
              </a:lnSpc>
              <a:buFont typeface="Wingdings" panose="05000000000000000000" pitchFamily="2" charset="2"/>
              <a:buChar char="Ø"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Team ID -  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SBIBAC03</a:t>
            </a:r>
          </a:p>
          <a:p>
            <a:pPr marL="571500" indent="-571500" algn="just">
              <a:lnSpc>
                <a:spcPts val="5426"/>
              </a:lnSpc>
              <a:buFont typeface="Wingdings" panose="05000000000000000000" pitchFamily="2" charset="2"/>
              <a:buChar char="Ø"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Team Name - 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 Backstreet - boys</a:t>
            </a:r>
          </a:p>
          <a:p>
            <a:pPr marL="571500" indent="-571500" algn="just">
              <a:lnSpc>
                <a:spcPts val="5426"/>
              </a:lnSpc>
              <a:buFont typeface="Wingdings" panose="05000000000000000000" pitchFamily="2" charset="2"/>
              <a:buChar char="Ø"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•Participant Names –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 D.Shiva kumar, D.Srikanth, A.Pranay kumar</a:t>
            </a:r>
          </a:p>
          <a:p>
            <a:pPr marL="571500" indent="-571500" algn="just">
              <a:lnSpc>
                <a:spcPts val="5426"/>
              </a:lnSpc>
              <a:buFont typeface="Wingdings" panose="05000000000000000000" pitchFamily="2" charset="2"/>
              <a:buChar char="Ø"/>
            </a:pPr>
            <a:endParaRPr lang="en-US" sz="4000" b="1" dirty="0">
              <a:solidFill>
                <a:srgbClr val="000000"/>
              </a:solidFill>
              <a:latin typeface="Times New Roman" panose="02020603050405020304" pitchFamily="18" charset="0"/>
              <a:ea typeface="Poppins Semi-Bold"/>
              <a:cs typeface="Times New Roman" panose="02020603050405020304" pitchFamily="18" charset="0"/>
              <a:sym typeface="Poppins Semi-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3421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81922" y="1016597"/>
            <a:ext cx="6730981" cy="296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5"/>
              </a:lnSpc>
            </a:pPr>
            <a:endParaRPr sz="6000" dirty="0"/>
          </a:p>
          <a:p>
            <a:pPr algn="ctr">
              <a:lnSpc>
                <a:spcPts val="7615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  <a:p>
            <a:pPr algn="ctr">
              <a:lnSpc>
                <a:spcPts val="7615"/>
              </a:lnSpc>
              <a:spcBef>
                <a:spcPct val="0"/>
              </a:spcBef>
            </a:pPr>
            <a:endParaRPr lang="en-US" sz="60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321979" y="9794298"/>
            <a:ext cx="1107645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843265" y="3087519"/>
            <a:ext cx="589810" cy="562162"/>
            <a:chOff x="0" y="0"/>
            <a:chExt cx="812800" cy="774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7040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228600" y="209550"/>
              <a:ext cx="355600" cy="40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12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63528" y="417808"/>
            <a:ext cx="14047454" cy="929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GB" sz="6000" dirty="0"/>
              <a:t>Smart AI-Powered Voice Assistant</a:t>
            </a:r>
            <a:endParaRPr lang="en-US" sz="5438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605773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3673" y="882423"/>
            <a:ext cx="1424228" cy="6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Backstreet - boys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639033" y="1652980"/>
            <a:ext cx="12496443" cy="800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Voice-Controlled AI Assistant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028700" lvl="1" indent="-5715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Responds to voice commands</a:t>
            </a:r>
          </a:p>
          <a:p>
            <a:pPr marL="1028700" lvl="1" indent="-5715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weather updates (OpenWeatherMap API)</a:t>
            </a:r>
          </a:p>
          <a:p>
            <a:pPr marL="1028700" lvl="1" indent="-5715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Plays YouTube videos via voice</a:t>
            </a:r>
          </a:p>
          <a:p>
            <a:pPr marL="1028700" lvl="1" indent="-5715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Fetches movie details using OMDb API</a:t>
            </a:r>
          </a:p>
          <a:p>
            <a:pPr marL="1028700" lvl="1" indent="-5715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Communicates with Google Gemini for intelligent responses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Voice recognition, API integration, AI reasoning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Highlight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Seamless integration of multiple APIs for real-time interaction and smart assistance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21124" y="640956"/>
            <a:ext cx="9604476" cy="929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19"/>
              </a:lnSpc>
              <a:spcBef>
                <a:spcPct val="0"/>
              </a:spcBef>
            </a:pPr>
            <a:r>
              <a:rPr lang="en-US" sz="565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64261" y="9794298"/>
            <a:ext cx="1078382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6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Backstreet - boys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54528" y="1951630"/>
            <a:ext cx="17133472" cy="7694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IN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</a:p>
          <a:p>
            <a:pPr algn="ctr"/>
            <a:endParaRPr lang="en-IN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028700" lvl="1" indent="-571500">
              <a:buFont typeface="Wingdings" panose="05000000000000000000" pitchFamily="2" charset="2"/>
              <a:buChar char="v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Libraries/APIs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028700" lvl="1" indent="-571500">
              <a:buFont typeface="Wingdings" panose="05000000000000000000" pitchFamily="2" charset="2"/>
              <a:buChar char="v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SpeechRecognition, Pyttsx3 (TTS)</a:t>
            </a:r>
          </a:p>
          <a:p>
            <a:pPr marL="1028700" lvl="1" indent="-571500">
              <a:buFont typeface="Wingdings" panose="05000000000000000000" pitchFamily="2" charset="2"/>
              <a:buChar char="v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(AI)</a:t>
            </a:r>
          </a:p>
          <a:p>
            <a:pPr marL="1028700" lvl="1" indent="-571500">
              <a:buFont typeface="Wingdings" panose="05000000000000000000" pitchFamily="2" charset="2"/>
              <a:buChar char="v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OpenWeatherMap (Weather)</a:t>
            </a:r>
          </a:p>
          <a:p>
            <a:pPr marL="1028700" lvl="1" indent="-571500">
              <a:buFont typeface="Wingdings" panose="05000000000000000000" pitchFamily="2" charset="2"/>
              <a:buChar char="v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OMDb (Movies)</a:t>
            </a:r>
          </a:p>
          <a:p>
            <a:pPr marL="1028700" lvl="1" indent="-571500">
              <a:buFont typeface="Wingdings" panose="05000000000000000000" pitchFamily="2" charset="2"/>
              <a:buChar char="v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PyWhatKit (YouTube)</a:t>
            </a:r>
          </a:p>
          <a:p>
            <a:pPr marL="1028700" lvl="1" indent="-571500">
              <a:buFont typeface="Wingdings" panose="05000000000000000000" pitchFamily="2" charset="2"/>
              <a:buChar char="v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Threading (Concurrency)</a:t>
            </a:r>
          </a:p>
          <a:p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57CE4-D2F9-6CB4-685A-4B27E37AC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08C31EB-03FA-A90F-005B-024985841FF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941AEF2-6BC3-9B26-8EAA-2B7670B27AAE}"/>
              </a:ext>
            </a:extLst>
          </p:cNvPr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E7B20AF-AE60-3707-B235-DCA20D7F3710}"/>
              </a:ext>
            </a:extLst>
          </p:cNvPr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1AE4082-2D3E-FD49-50B7-656C3705DFF3}"/>
              </a:ext>
            </a:extLst>
          </p:cNvPr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A8BF955-1AA7-0434-8F7F-BCAD06F7F19A}"/>
              </a:ext>
            </a:extLst>
          </p:cNvPr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BCC7318-323D-9522-A2F2-3C0A79C6E15D}"/>
              </a:ext>
            </a:extLst>
          </p:cNvPr>
          <p:cNvSpPr txBox="1"/>
          <p:nvPr/>
        </p:nvSpPr>
        <p:spPr>
          <a:xfrm>
            <a:off x="4721124" y="640956"/>
            <a:ext cx="9226960" cy="107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9"/>
              </a:lnSpc>
              <a:spcBef>
                <a:spcPct val="0"/>
              </a:spcBef>
            </a:pPr>
            <a:r>
              <a:rPr lang="en-US" sz="565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A02B6A1-3AB2-9365-F9C5-52037B64B544}"/>
              </a:ext>
            </a:extLst>
          </p:cNvPr>
          <p:cNvSpPr txBox="1"/>
          <p:nvPr/>
        </p:nvSpPr>
        <p:spPr>
          <a:xfrm>
            <a:off x="3164261" y="9794298"/>
            <a:ext cx="1078382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C01A9E6-F41A-29D1-0EB9-FCE131C8EF98}"/>
              </a:ext>
            </a:extLst>
          </p:cNvPr>
          <p:cNvSpPr txBox="1"/>
          <p:nvPr/>
        </p:nvSpPr>
        <p:spPr>
          <a:xfrm>
            <a:off x="793673" y="882423"/>
            <a:ext cx="1424228" cy="6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Backstreet - boys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E8D75E9-DB45-91F3-E416-663D5FB8EA17}"/>
              </a:ext>
            </a:extLst>
          </p:cNvPr>
          <p:cNvSpPr txBox="1"/>
          <p:nvPr/>
        </p:nvSpPr>
        <p:spPr>
          <a:xfrm>
            <a:off x="971557" y="2103602"/>
            <a:ext cx="17133472" cy="584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buNone/>
            </a:pPr>
            <a:r>
              <a:rPr lang="en-IN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  <a:p>
            <a:pPr algn="ctr">
              <a:buNone/>
            </a:pPr>
            <a:endParaRPr lang="en-IN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Input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Captured via microphone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Parsing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Routes to appropriate module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028700" lvl="1" indent="-571500">
              <a:buFont typeface="Wingdings" panose="05000000000000000000" pitchFamily="2" charset="2"/>
              <a:buChar char="v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Weather, Movie info, YouTube</a:t>
            </a:r>
          </a:p>
          <a:p>
            <a:pPr marL="1028700" lvl="1" indent="-571500">
              <a:buFont typeface="Wingdings" panose="05000000000000000000" pitchFamily="2" charset="2"/>
              <a:buChar char="v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queries via Gemini AI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Multi-threading for background tasks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761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F16C2-962D-1D5B-5FC1-D7C3E61B2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27C6949-4405-1761-DD28-8A93D68C6C8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6432993-72FD-331D-B8A6-5F5C961249F7}"/>
              </a:ext>
            </a:extLst>
          </p:cNvPr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FA0E22A-374A-AF21-8DF8-3E06B6C82766}"/>
              </a:ext>
            </a:extLst>
          </p:cNvPr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EFDB713-7727-3704-32FD-1D295BE5E3CF}"/>
              </a:ext>
            </a:extLst>
          </p:cNvPr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74E0D60-CCDC-E65F-C180-26597854602A}"/>
              </a:ext>
            </a:extLst>
          </p:cNvPr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872BF74-A555-8356-E10A-50CD0DB1E43C}"/>
              </a:ext>
            </a:extLst>
          </p:cNvPr>
          <p:cNvSpPr txBox="1"/>
          <p:nvPr/>
        </p:nvSpPr>
        <p:spPr>
          <a:xfrm>
            <a:off x="4721124" y="640956"/>
            <a:ext cx="9226960" cy="92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9"/>
              </a:lnSpc>
              <a:spcBef>
                <a:spcPct val="0"/>
              </a:spcBef>
            </a:pPr>
            <a:r>
              <a:rPr lang="en-US" sz="565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FLOAT CHART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980D6CC-F0BC-DC8E-75EE-1155D5F34130}"/>
              </a:ext>
            </a:extLst>
          </p:cNvPr>
          <p:cNvSpPr txBox="1"/>
          <p:nvPr/>
        </p:nvSpPr>
        <p:spPr>
          <a:xfrm>
            <a:off x="3164261" y="9794298"/>
            <a:ext cx="1078382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CF9EFE8-570B-CFC9-FDCA-2B67D5334AB4}"/>
              </a:ext>
            </a:extLst>
          </p:cNvPr>
          <p:cNvSpPr txBox="1"/>
          <p:nvPr/>
        </p:nvSpPr>
        <p:spPr>
          <a:xfrm>
            <a:off x="793673" y="882423"/>
            <a:ext cx="1424228" cy="6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Backstreet - boys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6528945-BA67-ACC9-1412-FCF2C2AE7B7E}"/>
              </a:ext>
            </a:extLst>
          </p:cNvPr>
          <p:cNvSpPr txBox="1"/>
          <p:nvPr/>
        </p:nvSpPr>
        <p:spPr>
          <a:xfrm>
            <a:off x="971557" y="2103602"/>
            <a:ext cx="17133472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A7BCEF-0282-2E84-866A-AC0A1EAE3D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0950" y="1838652"/>
            <a:ext cx="4627307" cy="694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14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76856" y="455527"/>
            <a:ext cx="10590345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48719" y="9794298"/>
            <a:ext cx="1060374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6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Backstreet - boys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52600" y="3031894"/>
            <a:ext cx="13456312" cy="5140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on standard systems with a microphone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speech, APIs, and UI via console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Noise, API limits, connectivity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Noise filtering, error handling, offline plans</a:t>
            </a:r>
          </a:p>
          <a:p>
            <a:pPr algn="l">
              <a:lnSpc>
                <a:spcPts val="7411"/>
              </a:lnSpc>
            </a:pPr>
            <a:endParaRPr lang="en-US" sz="4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24650" y="565676"/>
            <a:ext cx="8879582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3860" y="9794298"/>
            <a:ext cx="1017605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6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Backstreet - boys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17774" y="3034151"/>
            <a:ext cx="13993208" cy="4739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4000" dirty="0"/>
              <a:t>Enhances</a:t>
            </a:r>
            <a:r>
              <a:rPr lang="en-GB" sz="4400" dirty="0"/>
              <a:t> accessibility (e.g., visually impaired)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GB" sz="44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4400" dirty="0"/>
              <a:t>Free, open-source, and customizable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GB" sz="44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4400" dirty="0"/>
              <a:t>Educational value: combines ML, APIs, voice tech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GB" sz="44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4400" dirty="0"/>
              <a:t>Real-life use of conversational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82112" y="455527"/>
            <a:ext cx="11323776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95994" y="9794298"/>
            <a:ext cx="1037864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6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Backstreet - boys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739322" y="2269530"/>
            <a:ext cx="12809355" cy="6647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4800" dirty="0">
                <a:hlinkClick r:id="rId7"/>
              </a:rPr>
              <a:t>Google Gemini API Docs</a:t>
            </a:r>
            <a:endParaRPr lang="en-IN" sz="4800" dirty="0"/>
          </a:p>
          <a:p>
            <a:pPr marL="685800" indent="-685800">
              <a:buFont typeface="Wingdings" panose="05000000000000000000" pitchFamily="2" charset="2"/>
              <a:buChar char="Ø"/>
            </a:pPr>
            <a:endParaRPr lang="en-IN" sz="4800" dirty="0"/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4800" dirty="0"/>
              <a:t>OpenWeatherMap API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endParaRPr lang="en-IN" sz="4800" dirty="0"/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4800" dirty="0">
                <a:hlinkClick r:id="rId8"/>
              </a:rPr>
              <a:t>OMDb API</a:t>
            </a:r>
            <a:endParaRPr lang="en-IN" sz="4800" dirty="0"/>
          </a:p>
          <a:p>
            <a:pPr marL="685800" indent="-685800">
              <a:buFont typeface="Wingdings" panose="05000000000000000000" pitchFamily="2" charset="2"/>
              <a:buChar char="Ø"/>
            </a:pPr>
            <a:endParaRPr lang="en-IN" sz="4800" dirty="0"/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4800" dirty="0">
                <a:hlinkClick r:id="rId9"/>
              </a:rPr>
              <a:t>PyWhatKit</a:t>
            </a:r>
            <a:endParaRPr lang="en-IN" sz="4800" dirty="0"/>
          </a:p>
          <a:p>
            <a:pPr marL="685800" indent="-685800">
              <a:buFont typeface="Wingdings" panose="05000000000000000000" pitchFamily="2" charset="2"/>
              <a:buChar char="Ø"/>
            </a:pPr>
            <a:endParaRPr lang="en-IN" sz="4800" dirty="0"/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4800" dirty="0">
                <a:hlinkClick r:id="rId10"/>
              </a:rPr>
              <a:t>SpeechRecognition Documentation</a:t>
            </a:r>
            <a:endParaRPr lang="en-IN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4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83474" y="841771"/>
            <a:ext cx="9937554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ENHANCEMENTS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6330" y="9794298"/>
            <a:ext cx="1020696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6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Backstreet - boys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81200" y="3555952"/>
            <a:ext cx="16680801" cy="381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offline functionality using local ML models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4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 wake word and emotion-based responses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4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 commands to include smart home integration</a:t>
            </a:r>
          </a:p>
          <a:p>
            <a:pPr marL="571500" indent="-571500" algn="l">
              <a:lnSpc>
                <a:spcPts val="6413"/>
              </a:lnSpc>
              <a:buFont typeface="Wingdings" panose="05000000000000000000" pitchFamily="2" charset="2"/>
              <a:buChar char="Ø"/>
            </a:pPr>
            <a:endParaRPr lang="en-US" sz="3934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8A14B-C08D-470A-AE01-4BC9D5AD8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6BC3647-820D-B548-B863-D3721DE6073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D9879E9-7909-4E27-92CC-F56532DDEC30}"/>
              </a:ext>
            </a:extLst>
          </p:cNvPr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2B9321A-4F0E-1355-64C6-95A22F1D3318}"/>
              </a:ext>
            </a:extLst>
          </p:cNvPr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D0130B7-142F-F105-B8D1-5F7A6B70F345}"/>
              </a:ext>
            </a:extLst>
          </p:cNvPr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FEB8384-5A79-9BBA-C65F-5D3E298075C4}"/>
              </a:ext>
            </a:extLst>
          </p:cNvPr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08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438EF05-74B8-2AA5-F137-C74E2E89CD03}"/>
              </a:ext>
            </a:extLst>
          </p:cNvPr>
          <p:cNvSpPr txBox="1"/>
          <p:nvPr/>
        </p:nvSpPr>
        <p:spPr>
          <a:xfrm>
            <a:off x="5644036" y="1018927"/>
            <a:ext cx="8857072" cy="894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 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B10619D-617D-7620-A378-67C38A6F8437}"/>
              </a:ext>
            </a:extLst>
          </p:cNvPr>
          <p:cNvSpPr txBox="1"/>
          <p:nvPr/>
        </p:nvSpPr>
        <p:spPr>
          <a:xfrm>
            <a:off x="3950476" y="9794298"/>
            <a:ext cx="1038704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5E8E3C4-7937-9055-BCA8-08F886B9EF00}"/>
              </a:ext>
            </a:extLst>
          </p:cNvPr>
          <p:cNvSpPr txBox="1"/>
          <p:nvPr/>
        </p:nvSpPr>
        <p:spPr>
          <a:xfrm>
            <a:off x="793673" y="882423"/>
            <a:ext cx="1424228" cy="6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Backstreet - boys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30D22B-9499-AB55-6146-0648629C63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99" y="2901053"/>
            <a:ext cx="8260701" cy="45574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7EEBFA-838E-7717-5E03-2B49FA8479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4664" y="2901053"/>
            <a:ext cx="8277487" cy="465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98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09127" y="761795"/>
            <a:ext cx="8857072" cy="894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50476" y="9794298"/>
            <a:ext cx="1038704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6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Backstreet - boys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EC1ACA-4A08-2CFF-9264-EA62AFABCB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871304"/>
            <a:ext cx="7996436" cy="4495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62F6C07-AAC0-26C6-1ED2-C1B61EC7C1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7465" y="2854744"/>
            <a:ext cx="8143905" cy="45787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53B6D-6317-B893-63A6-791A73020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A8B10E8-65EC-98EA-4E1F-75267D169C9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BAD510C-E260-64ED-6A55-A060F91FDC6D}"/>
              </a:ext>
            </a:extLst>
          </p:cNvPr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9FA7A4D-9D06-8233-0571-9CCD0A35A3DF}"/>
              </a:ext>
            </a:extLst>
          </p:cNvPr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642FF2E-D78B-A518-BBA1-F4692AE8FABC}"/>
              </a:ext>
            </a:extLst>
          </p:cNvPr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059DE21-5147-3820-4F69-6E78E6ED9034}"/>
              </a:ext>
            </a:extLst>
          </p:cNvPr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08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849F4F9-5561-9E76-E660-CD162FD96A97}"/>
              </a:ext>
            </a:extLst>
          </p:cNvPr>
          <p:cNvSpPr txBox="1"/>
          <p:nvPr/>
        </p:nvSpPr>
        <p:spPr>
          <a:xfrm>
            <a:off x="4009127" y="761795"/>
            <a:ext cx="8857072" cy="894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6FB58F4-1F67-C281-9451-BD2DAAA2C180}"/>
              </a:ext>
            </a:extLst>
          </p:cNvPr>
          <p:cNvSpPr txBox="1"/>
          <p:nvPr/>
        </p:nvSpPr>
        <p:spPr>
          <a:xfrm>
            <a:off x="3950476" y="9794298"/>
            <a:ext cx="1038704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D903D27-8AC6-459C-7EBB-A5B5069127C4}"/>
              </a:ext>
            </a:extLst>
          </p:cNvPr>
          <p:cNvSpPr txBox="1"/>
          <p:nvPr/>
        </p:nvSpPr>
        <p:spPr>
          <a:xfrm>
            <a:off x="793673" y="882423"/>
            <a:ext cx="1424228" cy="6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Backstreet - boys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0BC42E2-B3E4-80A1-A442-BAA9D1829F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18" y="2858750"/>
            <a:ext cx="8201708" cy="461120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707EF3A-D476-0514-DAB7-E05B0DDEB0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082" y="2826512"/>
            <a:ext cx="8201708" cy="461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121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39C96-CFFA-815E-A28A-C15FB2304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EC6033-5D6E-5A1B-27FA-BA1DAE77FFD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3C2DAEC-4AEA-DF16-506A-04CD194D3DEC}"/>
              </a:ext>
            </a:extLst>
          </p:cNvPr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5B507B8-3E19-E190-2EF8-FEF76195A154}"/>
              </a:ext>
            </a:extLst>
          </p:cNvPr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B6BA9F8-5C70-A027-E8DC-517FC309F327}"/>
              </a:ext>
            </a:extLst>
          </p:cNvPr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6176A0E-549C-EBB7-0CBA-2A06AA7E64E0}"/>
              </a:ext>
            </a:extLst>
          </p:cNvPr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08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38C725F-F4CA-C5EC-0E9D-4FDA0BCE0928}"/>
              </a:ext>
            </a:extLst>
          </p:cNvPr>
          <p:cNvSpPr txBox="1"/>
          <p:nvPr/>
        </p:nvSpPr>
        <p:spPr>
          <a:xfrm>
            <a:off x="4009127" y="761795"/>
            <a:ext cx="8857072" cy="894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B0DD729-551E-5732-EF57-BB3C8F3448C0}"/>
              </a:ext>
            </a:extLst>
          </p:cNvPr>
          <p:cNvSpPr txBox="1"/>
          <p:nvPr/>
        </p:nvSpPr>
        <p:spPr>
          <a:xfrm>
            <a:off x="3950476" y="9794298"/>
            <a:ext cx="1038704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AD8203D-BEA1-0641-256B-F4CEA2D53391}"/>
              </a:ext>
            </a:extLst>
          </p:cNvPr>
          <p:cNvSpPr txBox="1"/>
          <p:nvPr/>
        </p:nvSpPr>
        <p:spPr>
          <a:xfrm>
            <a:off x="793673" y="882423"/>
            <a:ext cx="1424228" cy="6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Backstreet - boys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DFE804-9414-4BDC-3469-3D97BC9EE4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247900"/>
            <a:ext cx="11640448" cy="654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702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19602" y="841771"/>
            <a:ext cx="10266947" cy="894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95355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6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Backstreet - boys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217900" y="3146543"/>
            <a:ext cx="14012699" cy="3799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versatile voice assistant showcasing the power of AI when integrated thoughtfully into real-life use cases.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 you to Sri Indu College, mentors, and organizers for this opportunity.</a:t>
            </a:r>
          </a:p>
          <a:p>
            <a:pPr marL="988812" lvl="1" indent="-571500" algn="l">
              <a:lnSpc>
                <a:spcPts val="6301"/>
              </a:lnSpc>
              <a:buFont typeface="Wingdings" panose="05000000000000000000" pitchFamily="2" charset="2"/>
              <a:buChar char="Ø"/>
            </a:pPr>
            <a:endParaRPr lang="en-US" sz="3865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09C8A-355A-F6F5-900B-0DE3EF240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DE8AA7-4FB7-272B-17D5-934250B1444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24366B7-07EB-8026-F2E6-398E2BE83B8F}"/>
              </a:ext>
            </a:extLst>
          </p:cNvPr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C600A01-1B32-4CB0-2860-81DE896777F8}"/>
              </a:ext>
            </a:extLst>
          </p:cNvPr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818F35B-6C0B-D1C4-CD0E-EB85D7774EB9}"/>
              </a:ext>
            </a:extLst>
          </p:cNvPr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8E1625B-1002-0F3F-895B-F7D69F444B17}"/>
              </a:ext>
            </a:extLst>
          </p:cNvPr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09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DE3989F-5C64-B38F-0A5D-ABBA54F53A44}"/>
              </a:ext>
            </a:extLst>
          </p:cNvPr>
          <p:cNvSpPr txBox="1"/>
          <p:nvPr/>
        </p:nvSpPr>
        <p:spPr>
          <a:xfrm>
            <a:off x="4119602" y="841771"/>
            <a:ext cx="10266947" cy="894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YOU: </a:t>
            </a: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Wingdings" panose="05000000000000000000" pitchFamily="2" charset="2"/>
              </a:rPr>
              <a:t></a:t>
            </a:r>
            <a:endParaRPr lang="en-US" sz="5438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04EA453-A943-78C0-2CC7-F1B7C921402F}"/>
              </a:ext>
            </a:extLst>
          </p:cNvPr>
          <p:cNvSpPr txBox="1"/>
          <p:nvPr/>
        </p:nvSpPr>
        <p:spPr>
          <a:xfrm>
            <a:off x="3895355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1B05DD8-B646-2499-5714-B1BBF592AED4}"/>
              </a:ext>
            </a:extLst>
          </p:cNvPr>
          <p:cNvSpPr txBox="1"/>
          <p:nvPr/>
        </p:nvSpPr>
        <p:spPr>
          <a:xfrm>
            <a:off x="793673" y="882423"/>
            <a:ext cx="1424228" cy="6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Backstreet - boys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8A952D9-7B39-FADD-16F7-27536B4DC923}"/>
              </a:ext>
            </a:extLst>
          </p:cNvPr>
          <p:cNvSpPr txBox="1"/>
          <p:nvPr/>
        </p:nvSpPr>
        <p:spPr>
          <a:xfrm>
            <a:off x="2217900" y="3146543"/>
            <a:ext cx="14927100" cy="6262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time and attention. We greatly appreciate your interest in our work.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you have any questions or need further assistance, please don't hesitate to contact us.“shivayadav@gmail.com”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 connected with us through</a:t>
            </a:r>
          </a:p>
          <a:p>
            <a:pPr marL="1028700" lvl="1" indent="-571500">
              <a:buFont typeface="Wingdings" panose="05000000000000000000" pitchFamily="2" charset="2"/>
              <a:buChar char="v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[https://www.linkedin.com/in/shiva-kumar-durgam-0a89762b5]</a:t>
            </a:r>
          </a:p>
          <a:p>
            <a:pPr marL="1028700" lvl="1" indent="-571500">
              <a:buFont typeface="Wingdings" panose="05000000000000000000" pitchFamily="2" charset="2"/>
              <a:buChar char="v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[https://www.linkedin.com/in/srikanth-dosu-1189782b5/]</a:t>
            </a:r>
          </a:p>
          <a:p>
            <a:pPr marL="1028700" lvl="1" indent="-571500">
              <a:buFont typeface="Wingdings" panose="05000000000000000000" pitchFamily="2" charset="2"/>
              <a:buChar char="v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[https://www.linkedin.com/in/pranay-kumar-reddy-93397a2b5/]</a:t>
            </a:r>
          </a:p>
          <a:p>
            <a:pPr marL="1028700" lvl="1" indent="-571500">
              <a:buFont typeface="Wingdings" panose="05000000000000000000" pitchFamily="2" charset="2"/>
              <a:buChar char="v"/>
            </a:pP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88812" lvl="1" indent="-571500" algn="l">
              <a:lnSpc>
                <a:spcPts val="6301"/>
              </a:lnSpc>
              <a:buFont typeface="Wingdings" panose="05000000000000000000" pitchFamily="2" charset="2"/>
              <a:buChar char="Ø"/>
            </a:pPr>
            <a:endParaRPr lang="en-US" sz="3865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53234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741</Words>
  <Application>Microsoft Office PowerPoint</Application>
  <PresentationFormat>Custom</PresentationFormat>
  <Paragraphs>131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Wingdings</vt:lpstr>
      <vt:lpstr>Arial</vt:lpstr>
      <vt:lpstr>Times New Roman</vt:lpstr>
      <vt:lpstr>Calibri</vt:lpstr>
      <vt:lpstr>Times New Roman Bold</vt:lpstr>
      <vt:lpstr>Poppins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Pink Gradient Modern Minimalist Computer Technology Presentation</dc:title>
  <dc:creator>vamshi yadav</dc:creator>
  <cp:lastModifiedBy>vamshi yadav</cp:lastModifiedBy>
  <cp:revision>4</cp:revision>
  <dcterms:created xsi:type="dcterms:W3CDTF">2006-08-16T00:00:00Z</dcterms:created>
  <dcterms:modified xsi:type="dcterms:W3CDTF">2025-04-30T15:39:39Z</dcterms:modified>
  <dc:identifier>DAGmCImH0yY</dc:identifier>
</cp:coreProperties>
</file>